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2" d="100"/>
          <a:sy n="72" d="100"/>
        </p:scale>
        <p:origin x="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66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61809"/>
            <a:ext cx="10566400" cy="418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61809"/>
            <a:ext cx="10566400" cy="418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98943"/>
            <a:ext cx="6278880" cy="1145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Signal-Based Process Controller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2922257"/>
            <a:ext cx="627888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u="sng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name</a:t>
            </a: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16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Kernal_OSSP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No : 06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Department: CSE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u="sng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 : 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2520030001    M.Aswitha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2520030414    N.Yishnaani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651000"/>
            <a:ext cx="4064000" cy="2783748"/>
          </a:xfrm>
          <a:prstGeom prst="roundRect">
            <a:avLst>
              <a:gd name="adj" fmla="val 365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569200" y="1905000"/>
            <a:ext cx="366268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./controller start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69200" y="2242807"/>
            <a:ext cx="366268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worker started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69200" y="2580614"/>
            <a:ext cx="366268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./controller pause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69200" y="2918420"/>
            <a:ext cx="366268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SIGSTOP sent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69200" y="3256227"/>
            <a:ext cx="366268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./controller resume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69200" y="3594034"/>
            <a:ext cx="366268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SIGCONT sent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69200" y="3931841"/>
            <a:ext cx="366268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./controller status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6238280"/>
            <a:ext cx="3854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Signal-Based Process Controller · 2 /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$ 01 problem Statement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800" y="1137907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15975" y="1812925"/>
            <a:ext cx="5080000" cy="375285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033" y="2067984"/>
            <a:ext cx="4706980" cy="639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4"/>
              </a:lnSpc>
              <a:buNone/>
            </a:pPr>
            <a:r>
              <a:rPr lang="en-US" sz="22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of manual process control</a:t>
            </a:r>
            <a:endParaRPr lang="en-US" sz="2213" dirty="0"/>
          </a:p>
        </p:txBody>
      </p:sp>
      <p:sp>
        <p:nvSpPr>
          <p:cNvPr id="8" name="Text 6"/>
          <p:cNvSpPr/>
          <p:nvPr/>
        </p:nvSpPr>
        <p:spPr>
          <a:xfrm>
            <a:off x="1120703" y="2809214"/>
            <a:ext cx="4649690" cy="252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4330" indent="-204330" algn="l">
              <a:lnSpc>
                <a:spcPts val="2541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Commands like kill, ps and top need exact PIDs</a:t>
            </a:r>
            <a:endParaRPr lang="en-US" sz="2000" dirty="0"/>
          </a:p>
          <a:p>
            <a:pPr marL="204330" indent="-204330" algn="l">
              <a:lnSpc>
                <a:spcPts val="2541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to tell if a process is running, stopped or finished</a:t>
            </a:r>
            <a:endParaRPr lang="en-US" sz="2000" dirty="0"/>
          </a:p>
          <a:p>
            <a:pPr marL="204330" indent="-204330" algn="l">
              <a:lnSpc>
                <a:spcPts val="2541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wrong signal can affect the wrong process</a:t>
            </a:r>
            <a:endParaRPr lang="en-US" sz="2000" dirty="0"/>
          </a:p>
          <a:p>
            <a:pPr marL="204330" indent="-204330" algn="l">
              <a:lnSpc>
                <a:spcPts val="2541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record of which actions were taken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10483" y="1816100"/>
            <a:ext cx="5356616" cy="3749675"/>
          </a:xfrm>
          <a:prstGeom prst="roundRect">
            <a:avLst>
              <a:gd name="adj" fmla="val 2568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0833" y="2076450"/>
            <a:ext cx="4368918" cy="257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211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2110" dirty="0"/>
          </a:p>
        </p:txBody>
      </p:sp>
      <p:sp>
        <p:nvSpPr>
          <p:cNvPr id="11" name="Text 9"/>
          <p:cNvSpPr/>
          <p:nvPr/>
        </p:nvSpPr>
        <p:spPr>
          <a:xfrm>
            <a:off x="6927195" y="2593843"/>
            <a:ext cx="5039903" cy="2857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637" indent="-197637" algn="l">
              <a:lnSpc>
                <a:spcPts val="2478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process control: start, pause, resume, terminate and restart with simple commands</a:t>
            </a:r>
            <a:endParaRPr lang="en-US" sz="2000" dirty="0"/>
          </a:p>
          <a:p>
            <a:pPr marL="197637" indent="-197637" algn="l">
              <a:lnSpc>
                <a:spcPts val="2478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monitoring: read live process details from /proc</a:t>
            </a:r>
            <a:endParaRPr lang="en-US" sz="2000" dirty="0"/>
          </a:p>
          <a:p>
            <a:pPr marL="197637" indent="-197637" algn="l">
              <a:lnSpc>
                <a:spcPts val="2478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handling: use SIGSTOP, SIGCONT and SIGTERM correctly</a:t>
            </a:r>
            <a:endParaRPr lang="en-US" sz="2000" dirty="0"/>
          </a:p>
          <a:p>
            <a:pPr marL="197637" indent="-197637" algn="l">
              <a:lnSpc>
                <a:spcPts val="2478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logging: record every action in a log file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$ 02 solution</a:t>
            </a:r>
            <a:endParaRPr lang="en-US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7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Solution and 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1811007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 controller starts a worker process, then controls it by sending signals to its PID. Status comes from /proc and every action is logged.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46760" y="3063083"/>
            <a:ext cx="2209800" cy="916847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3288" y="3247233"/>
            <a:ext cx="1896745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3288" y="3582459"/>
            <a:ext cx="1896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commands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89910" y="3308153"/>
            <a:ext cx="36576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528060" y="3063083"/>
            <a:ext cx="2209800" cy="916847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4587" y="3247233"/>
            <a:ext cx="1896745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Controller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84587" y="3582459"/>
            <a:ext cx="1896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fork, exec, kill, waitpid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71210" y="3308153"/>
            <a:ext cx="36576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09360" y="2956455"/>
            <a:ext cx="2209800" cy="1130168"/>
          </a:xfrm>
          <a:prstGeom prst="roundRect">
            <a:avLst>
              <a:gd name="adj" fmla="val 6180"/>
            </a:avLst>
          </a:prstGeom>
          <a:solidFill>
            <a:srgbClr val="F1F5F9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5888" y="3140605"/>
            <a:ext cx="1896745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Signals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5888" y="3475833"/>
            <a:ext cx="189674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SIGSTOP, SIGCONT, SIGTERM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52510" y="3308153"/>
            <a:ext cx="36576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090660" y="3063083"/>
            <a:ext cx="2209800" cy="916847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7188" y="3247233"/>
            <a:ext cx="1896745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Process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47188" y="3582459"/>
            <a:ext cx="1896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controlled task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6760" y="4353324"/>
            <a:ext cx="3407833" cy="899120"/>
          </a:xfrm>
          <a:prstGeom prst="roundRect">
            <a:avLst>
              <a:gd name="adj" fmla="val 776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910" y="4537474"/>
            <a:ext cx="313071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/proc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0910" y="4837179"/>
            <a:ext cx="313071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 reads process status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19693" y="4353324"/>
            <a:ext cx="3407833" cy="899120"/>
          </a:xfrm>
          <a:prstGeom prst="roundRect">
            <a:avLst>
              <a:gd name="adj" fmla="val 776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3843" y="4537474"/>
            <a:ext cx="313071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Activity log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03843" y="4837179"/>
            <a:ext cx="313071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is recorded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92627" y="4353324"/>
            <a:ext cx="3407833" cy="899120"/>
          </a:xfrm>
          <a:prstGeom prst="roundRect">
            <a:avLst>
              <a:gd name="adj" fmla="val 776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8076777" y="4537474"/>
            <a:ext cx="313071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 dashboard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76777" y="4837179"/>
            <a:ext cx="313071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Planned: HTML, CSS, JavaScript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38563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Signal-Based Process Controller · 3 / 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$ 03 tech stack</a:t>
            </a:r>
            <a:endParaRPr lang="en-US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5976" y="1510804"/>
            <a:ext cx="5824522" cy="49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 and concepts used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2750278"/>
            <a:ext cx="3397250" cy="1007930"/>
          </a:xfrm>
          <a:prstGeom prst="roundRect">
            <a:avLst>
              <a:gd name="adj" fmla="val 976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633" y="2979937"/>
            <a:ext cx="3026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 programming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5633" y="3297437"/>
            <a:ext cx="302607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controller logic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7375" y="2750278"/>
            <a:ext cx="3397250" cy="1007930"/>
          </a:xfrm>
          <a:prstGeom prst="roundRect">
            <a:avLst>
              <a:gd name="adj" fmla="val 976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7033" y="2979937"/>
            <a:ext cx="3026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 calls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7033" y="3297437"/>
            <a:ext cx="302607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fork(), exec(), kill(), waitpid()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78775" y="2750278"/>
            <a:ext cx="3397250" cy="1007930"/>
          </a:xfrm>
          <a:prstGeom prst="roundRect">
            <a:avLst>
              <a:gd name="adj" fmla="val 976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8434" y="2979937"/>
            <a:ext cx="3026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Signals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08434" y="3297437"/>
            <a:ext cx="302607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SIGSTOP, SIGCONT, SIGTERM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975" y="4253508"/>
            <a:ext cx="3397250" cy="1007930"/>
          </a:xfrm>
          <a:prstGeom prst="roundRect">
            <a:avLst>
              <a:gd name="adj" fmla="val 976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5633" y="4483165"/>
            <a:ext cx="3026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/proc filesystem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5633" y="4800665"/>
            <a:ext cx="302607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live process status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97375" y="4253508"/>
            <a:ext cx="3397250" cy="1007930"/>
          </a:xfrm>
          <a:prstGeom prst="roundRect">
            <a:avLst>
              <a:gd name="adj" fmla="val 976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7033" y="4483165"/>
            <a:ext cx="3026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File handling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27033" y="4800665"/>
            <a:ext cx="302607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the activity logs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78775" y="4253508"/>
            <a:ext cx="3397250" cy="1007930"/>
          </a:xfrm>
          <a:prstGeom prst="roundRect">
            <a:avLst>
              <a:gd name="adj" fmla="val 976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8434" y="4483165"/>
            <a:ext cx="3026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HTML, CSS, JS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08434" y="4800665"/>
            <a:ext cx="302607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38615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Signal-Based Process Controller · 4 / 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$ 04 features</a:t>
            </a:r>
            <a:endParaRPr lang="en-US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and Implementation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814184"/>
            <a:ext cx="10560050" cy="446617"/>
          </a:xfrm>
          <a:prstGeom prst="roundRect">
            <a:avLst>
              <a:gd name="adj" fmla="val 16351"/>
            </a:avLst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1904141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Process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17433" y="1913006"/>
            <a:ext cx="355830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fork() and exec() launch the worker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2343348"/>
            <a:ext cx="10560050" cy="446617"/>
          </a:xfrm>
          <a:prstGeom prst="roundRect">
            <a:avLst>
              <a:gd name="adj" fmla="val 16351"/>
            </a:avLst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0233" y="2433309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Process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17433" y="2442170"/>
            <a:ext cx="28728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SIGSTOP freezes the worker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975" y="2872516"/>
            <a:ext cx="10560050" cy="446617"/>
          </a:xfrm>
          <a:prstGeom prst="roundRect">
            <a:avLst>
              <a:gd name="adj" fmla="val 16351"/>
            </a:avLst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0233" y="2962473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Process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17433" y="2971338"/>
            <a:ext cx="315722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SIGCONT continues the worker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975" y="3401684"/>
            <a:ext cx="10560050" cy="446617"/>
          </a:xfrm>
          <a:prstGeom prst="roundRect">
            <a:avLst>
              <a:gd name="adj" fmla="val 16351"/>
            </a:avLst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0233" y="3491641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Terminate Process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17433" y="3500506"/>
            <a:ext cx="327818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SIGTERM asks the worker to exit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5975" y="3930848"/>
            <a:ext cx="10560050" cy="446617"/>
          </a:xfrm>
          <a:prstGeom prst="roundRect">
            <a:avLst>
              <a:gd name="adj" fmla="val 16351"/>
            </a:avLst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0233" y="4020809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Restart Process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17433" y="4029670"/>
            <a:ext cx="427648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Launches the worker again with a new PID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5975" y="4460016"/>
            <a:ext cx="10560050" cy="446617"/>
          </a:xfrm>
          <a:prstGeom prst="roundRect">
            <a:avLst>
              <a:gd name="adj" fmla="val 16351"/>
            </a:avLst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0233" y="4549973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Process Status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17433" y="4558838"/>
            <a:ext cx="333700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process details from /proc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5975" y="4989184"/>
            <a:ext cx="10560050" cy="446617"/>
          </a:xfrm>
          <a:prstGeom prst="roundRect">
            <a:avLst>
              <a:gd name="adj" fmla="val 16351"/>
            </a:avLst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0233" y="5079141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Logs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017433" y="5088006"/>
            <a:ext cx="32303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action is saved to a log file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3851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Signal-Based Process Controller · 5 / 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6238280"/>
            <a:ext cx="3856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Signal-Based Process Controller · 6 /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$ 05 results</a:t>
            </a:r>
            <a:endParaRPr lang="en-US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Demonstration, Testing and Results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4280098"/>
            <a:ext cx="4996942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tests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0270" y="4680148"/>
            <a:ext cx="4911852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stops the worker counter</a:t>
            </a:r>
            <a:endParaRPr lang="en-US" sz="1500" dirty="0"/>
          </a:p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continues the worker counter</a:t>
            </a:r>
            <a:endParaRPr lang="en-US" sz="1500" dirty="0"/>
          </a:p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Termination stops the worker</a:t>
            </a:r>
            <a:endParaRPr lang="en-US" sz="1500" dirty="0"/>
          </a:p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Restart launches a new PID</a:t>
            </a:r>
            <a:endParaRPr lang="en-US" sz="1500" dirty="0"/>
          </a:p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logs record the operations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77342" y="4283937"/>
            <a:ext cx="3391694" cy="1947929"/>
          </a:xfrm>
          <a:prstGeom prst="roundRect">
            <a:avLst>
              <a:gd name="adj" fmla="val 3586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290692" tIns="290692" rIns="290692" bIns="290692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[Dashboard screenshot]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9150" y="1816100"/>
            <a:ext cx="4018492" cy="2147755"/>
          </a:xfrm>
          <a:prstGeom prst="roundRect">
            <a:avLst>
              <a:gd name="adj" fmla="val 3252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290692" tIns="290692" rIns="290692" bIns="290692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[Terminal screenshot]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73770" y="4332684"/>
            <a:ext cx="3111897" cy="1899179"/>
          </a:xfrm>
          <a:prstGeom prst="roundRect">
            <a:avLst>
              <a:gd name="adj" fmla="val 3678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290692" tIns="290692" rIns="290692" bIns="290692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[Worker log screenshot]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6436" y="1816100"/>
            <a:ext cx="6221347" cy="2147755"/>
          </a:xfrm>
          <a:prstGeom prst="roundRect">
            <a:avLst>
              <a:gd name="adj" fmla="val 3252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290692" tIns="290692" rIns="290692" bIns="290692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[Activity log screenshot]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611861-8CCA-222A-6DF1-2E344212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938" y="1689151"/>
            <a:ext cx="6436254" cy="24316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CC146D-B2FE-5429-9F23-09D308B28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3" y="1865008"/>
            <a:ext cx="4330205" cy="20499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1BBDB2-F58A-7D08-9DAA-D17C69DD2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7579" y="4188266"/>
            <a:ext cx="4484984" cy="23736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84E331-E065-BD5B-DBC9-478B40987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3770" y="4283937"/>
            <a:ext cx="3403106" cy="20102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b="1" dirty="0">
                <a:solidFill>
                  <a:srgbClr val="1580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$ 06 conclusion</a:t>
            </a:r>
            <a:endParaRPr lang="en-US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and Future Enhancements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75" y="1814184"/>
            <a:ext cx="5251238" cy="2411587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71033" y="2069241"/>
            <a:ext cx="479636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8504" y="2470547"/>
            <a:ext cx="4621982" cy="228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Simplifies Linux process management into a few clear commands</a:t>
            </a:r>
            <a:endParaRPr lang="en-US" dirty="0"/>
          </a:p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control and activity logging are implemented successfully</a:t>
            </a:r>
            <a:endParaRPr lang="en-US" dirty="0"/>
          </a:p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C, Linux signals and the /proc filesystem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195483" y="1817359"/>
            <a:ext cx="5372121" cy="2408412"/>
          </a:xfrm>
          <a:prstGeom prst="roundRect">
            <a:avLst>
              <a:gd name="adj" fmla="val 3891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833" y="2077709"/>
            <a:ext cx="479636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3304" y="2479015"/>
            <a:ext cx="4634806" cy="227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integration</a:t>
            </a:r>
            <a:endParaRPr lang="en-US" dirty="0"/>
          </a:p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Multiple-process management</a:t>
            </a:r>
            <a:endParaRPr lang="en-US" dirty="0"/>
          </a:p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monitoring</a:t>
            </a:r>
            <a:endParaRPr lang="en-US" dirty="0"/>
          </a:p>
          <a:p>
            <a:pPr marL="176530" indent="-176530" algn="l">
              <a:lnSpc>
                <a:spcPts val="2025"/>
              </a:lnSpc>
              <a:buSzPct val="100000"/>
              <a:buChar char="•"/>
            </a:pPr>
            <a:r>
              <a:rPr lang="en-US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error handling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38468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Signal-Based Process Controller · 7 /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ux Signal-Based Process Controller">
  <a:themeElements>
    <a:clrScheme name="Linux Signal-Based Process Controller">
      <a:dk1>
        <a:srgbClr val="0F172A"/>
      </a:dk1>
      <a:lt1>
        <a:srgbClr val="FFFFFF"/>
      </a:lt1>
      <a:dk2>
        <a:srgbClr val="4B515F"/>
      </a:dk2>
      <a:lt2>
        <a:srgbClr val="E7E8EA"/>
      </a:lt2>
      <a:accent1>
        <a:srgbClr val="15803D"/>
      </a:accent1>
      <a:accent2>
        <a:srgbClr val="64748B"/>
      </a:accent2>
      <a:accent3>
        <a:srgbClr val="16A34A"/>
      </a:accent3>
      <a:accent4>
        <a:srgbClr val="4ADE80"/>
      </a:accent4>
      <a:accent5>
        <a:srgbClr val="334155"/>
      </a:accent5>
      <a:accent6>
        <a:srgbClr val="475569"/>
      </a:accent6>
      <a:hlink>
        <a:srgbClr val="0563C1"/>
      </a:hlink>
      <a:folHlink>
        <a:srgbClr val="954F72"/>
      </a:folHlink>
    </a:clrScheme>
    <a:fontScheme name="Linux Signal-Based Process Controller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502</Words>
  <Application>Microsoft Office PowerPoint</Application>
  <PresentationFormat>Widescreen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Linux Signal-Based Process Controller</vt:lpstr>
      <vt:lpstr>Linux Signal-Based Process Controller</vt:lpstr>
      <vt:lpstr>PowerPoint Presentation</vt:lpstr>
      <vt:lpstr>Proposed Solution and System Architecture</vt:lpstr>
      <vt:lpstr>Technologies  and concepts used </vt:lpstr>
      <vt:lpstr>Key Features and Implementation</vt:lpstr>
      <vt:lpstr>Demonstration, Testing and Results</vt:lpstr>
      <vt:lpstr>Conclusion and 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Signal-Based Process Controller</dc:title>
  <dc:subject/>
  <dc:creator/>
  <cp:lastModifiedBy>LENOVO</cp:lastModifiedBy>
  <cp:revision>2</cp:revision>
  <dcterms:created xsi:type="dcterms:W3CDTF">2026-10-17T05:01:10Z</dcterms:created>
  <dcterms:modified xsi:type="dcterms:W3CDTF">2026-10-17T05:47:02Z</dcterms:modified>
</cp:coreProperties>
</file>